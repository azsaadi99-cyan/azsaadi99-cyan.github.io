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b030e9d2940b9" /><Relationship Type="http://schemas.openxmlformats.org/officeDocument/2006/relationships/extended-properties" Target="/docProps/app.xml" Id="R94204ece23cc4f9e" /><Relationship Type="http://schemas.openxmlformats.org/officeDocument/2006/relationships/officeDocument" Target="/ppt/presentation.xml" Id="Rbd9a4ab2d163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92809f21a042c5"/>
  </p:sldMasterIdLst>
  <p:notesMasterIdLst>
    <p:notesMasterId xmlns:r="http://schemas.openxmlformats.org/officeDocument/2006/relationships" r:id="R92181e23686849d8"/>
  </p:notesMasterIdLst>
  <p:sldIdLst>
    <p:sldId xmlns:r="http://schemas.openxmlformats.org/officeDocument/2006/relationships" id="256" r:id="R9f9b1dc1951443c0"/>
    <p:sldId xmlns:r="http://schemas.openxmlformats.org/officeDocument/2006/relationships" id="257" r:id="Ra6ba42d6923c47ce"/>
    <p:sldId xmlns:r="http://schemas.openxmlformats.org/officeDocument/2006/relationships" id="258" r:id="R6dc20369903844a4"/>
    <p:sldId xmlns:r="http://schemas.openxmlformats.org/officeDocument/2006/relationships" id="259" r:id="R801485d4b5d24d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9cc8ea3f54788" /><Relationship Type="http://schemas.openxmlformats.org/officeDocument/2006/relationships/slideMaster" Target="/ppt/slideMasters/slideMaster1.xml" Id="R9292809f21a042c5" /><Relationship Type="http://schemas.openxmlformats.org/officeDocument/2006/relationships/notesMaster" Target="/ppt/notesMasters/notesMaster1.xml" Id="R92181e23686849d8" /><Relationship Type="http://schemas.openxmlformats.org/officeDocument/2006/relationships/presProps" Target="/ppt/presProps.xml" Id="R0af1a2b3ec7f498a" /><Relationship Type="http://schemas.openxmlformats.org/officeDocument/2006/relationships/tableStyles" Target="/ppt/tableStyles.xml" Id="Rbe2f222640a54b2e" /><Relationship Type="http://schemas.openxmlformats.org/officeDocument/2006/relationships/slide" Target="/ppt/slides/slide1.xml" Id="R9f9b1dc1951443c0" /><Relationship Type="http://schemas.openxmlformats.org/officeDocument/2006/relationships/slide" Target="/ppt/slides/slide2.xml" Id="Ra6ba42d6923c47ce" /><Relationship Type="http://schemas.openxmlformats.org/officeDocument/2006/relationships/slide" Target="/ppt/slides/slide3.xml" Id="R6dc20369903844a4" /><Relationship Type="http://schemas.openxmlformats.org/officeDocument/2006/relationships/slide" Target="/ppt/slides/slide4.xml" Id="R801485d4b5d24d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a4019a881e45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4fc270068e419a" /><Relationship Type="http://schemas.openxmlformats.org/officeDocument/2006/relationships/notesMaster" Target="/ppt/notesMasters/notesMaster1.xml" Id="Racf3d50d42ad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1162c4b86a4a35" /><Relationship Type="http://schemas.openxmlformats.org/officeDocument/2006/relationships/notesMaster" Target="/ppt/notesMasters/notesMaster1.xml" Id="R778baf6d764341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03c33ea83a4fcd" /><Relationship Type="http://schemas.openxmlformats.org/officeDocument/2006/relationships/notesMaster" Target="/ppt/notesMasters/notesMaster1.xml" Id="R08d44ad231454a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5956d9334645c4" /><Relationship Type="http://schemas.openxmlformats.org/officeDocument/2006/relationships/notesMaster" Target="/ppt/notesMasters/notesMaster1.xml" Id="Rda7ed030b017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capture contains only synthetic example messages. It does not represent a live customer mailbox.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d67ad99e1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c5343bfc94b10" /><Relationship Type="http://schemas.openxmlformats.org/officeDocument/2006/relationships/slideLayout" Target="/ppt/slideLayouts/slideLayout1.xml" Id="R4ea5106fe077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a5106fe077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09836a0c8495e" /><Relationship Type="http://schemas.openxmlformats.org/officeDocument/2006/relationships/image" Target="/ppt/media/image.png" Id="Rbbc24a59f3934353" /><Relationship Type="http://schemas.openxmlformats.org/officeDocument/2006/relationships/notesSlide" Target="/ppt/notesSlides/notesSlide1.xml" Id="R80b29c55d89f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9a9d894c745fe" /><Relationship Type="http://schemas.openxmlformats.org/officeDocument/2006/relationships/notesSlide" Target="/ppt/notesSlides/notesSlide2.xml" Id="R3efc71132cd847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9119f457646fa" /><Relationship Type="http://schemas.openxmlformats.org/officeDocument/2006/relationships/image" Target="/ppt/media/image2.png" Id="R5ba6b28c734d47b6" /><Relationship Type="http://schemas.openxmlformats.org/officeDocument/2006/relationships/notesSlide" Target="/ppt/notesSlides/notesSlide3.xml" Id="Rf7c020ab0d25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b408f9e434e01" /><Relationship Type="http://schemas.openxmlformats.org/officeDocument/2006/relationships/notesSlide" Target="/ppt/notesSlides/notesSlide4.xml" Id="R30bf6154d31d43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FDEF-D08C-4180-A9CF-1CD743C5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4B850-CFAB-41AB-8A15-881AFC8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INDEPENDENT SOFTWARE PROJECT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907F0-4758-4FA5-A8BF-A954DC8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C19EB-8783-41D1-B7B9-C685F58B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BDFF2-ABF9-4EC3-A563-FAB8D31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B0F43-8D0E-4B21-8DD1-0581C638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File Finder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A4D3D-CD7F-448B-B968-6EF979DE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429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Find the files you need in Gmail.</a:t>
            </a:r>
          </a:p>
          <a:p xmlns:a="http://schemas.openxmlformats.org/drawingml/2006/main">
            <a:pPr>
              <a:buNone/>
              <a:defRPr sz="21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Check the suggested folders.</a:t>
            </a:r>
          </a:p>
          <a:p xmlns:a="http://schemas.openxmlformats.org/drawingml/2006/main">
            <a:pPr>
              <a:buNone/>
              <a:defRPr sz="21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Save only what you choose.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1FE36-7E12-40BB-9A5D-24D222F2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06773-D8DB-47CC-B81C-C67D32C0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Gmail search, folder review and local save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24a59f3934353"/>
          <a:srcRect xmlns:a="http://schemas.openxmlformats.org/drawingml/2006/main" l="7810" t="0" r="7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143000"/>
            <a:ext cx="5219700" cy="4295775"/>
          </a:xfrm>
          <a:prstGeom xmlns:a="http://schemas.openxmlformats.org/drawingml/2006/main" prst="roundRect">
            <a:avLst>
              <a:gd name="adj" fmla="val 3104"/>
            </a:avLst>
          </a:prstGeom>
        </p:spPr>
      </p:pic>
    </p:spTree>
    <p:extLst>
      <p:ext uri="{BB962C8B-B14F-4D97-AF65-F5344CB8AC3E}">
        <p14:creationId xmlns:p14="http://schemas.microsoft.com/office/powerpoint/2010/main" val="252008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5AFF1-42D1-42C8-B086-D0268C3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C2B31-E798-4494-97DF-C60930C9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84972-D3D2-472C-9324-EEF17EA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9C3DE-4904-428D-9C12-DD0B6B5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D452E-4069-4958-8285-95B9553F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CB233-D1B2-4123-8C2C-E691B70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Finding email attachments</a:t>
            </a:r>
          </a:p>
          <a:p xmlns:a="http://schemas.openxmlformats.org/drawingml/2006/main">
            <a:pPr>
              <a:buNone/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without repeating the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75C6C-5B8C-4833-87EF-A9DE2CE3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68FD3-01BD-49E7-9A45-89D5C56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3276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Invoices, orders and agreements arrive in different threads. Finding one later means searching Gmail again and opening messages one by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E5FA2-603E-4807-83EF-ADD7FDF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95575"/>
            <a:ext cx="95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4B13-C71F-4071-A00D-2245C22B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What File Finder does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78AAC-8390-42A2-85BA-3F44E316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52775"/>
            <a:ext cx="3190875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File Finder lists matching attachments, suggests folders and saves the files you select. Unclear files stay in a review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857B8-156D-4F37-9392-E46A011F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95575"/>
            <a:ext cx="95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678A9-CE42-4173-9CEB-8A66771C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Who it's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5FF94-D4B8-4036-BA15-12AFD5E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52775"/>
            <a:ext cx="3238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People who deal with many invoices, orders and other documents in Gmail.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9C450-D442-481E-B79F-A9776DB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Unclear files stay visible for review instead of being filed by guesswork.</a:t>
            </a:r>
          </a:p>
        </p:txBody>
      </p:sp>
    </p:spTree>
    <p:extLst>
      <p:ext uri="{BB962C8B-B14F-4D97-AF65-F5344CB8AC3E}">
        <p14:creationId xmlns:p14="http://schemas.microsoft.com/office/powerpoint/2010/main" val="1954097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F1E53-3EAF-4563-AA12-EF6800E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D1752-431A-4480-B9C2-9BCE8419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E2AFA-D228-46F8-99FF-4DB2C471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7A8DA-2BEF-40AA-A978-42CB3DD2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5E82-4865-4CEF-8B31-510D87E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693A7-6661-46C8-92C5-E87F15F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Search, check, save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A8AC0-4781-4C27-A18B-4FA3C74E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90725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C992D-5214-4D1F-B985-10A5260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825E5-C9A8-439F-9370-76D44B7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Find attachments by sender, date or keywords.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67CB9-336E-4CE1-B381-E869B1A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CD452-4414-47FE-B9E1-EBFC839C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90725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6078B-3439-48D4-8067-5E60508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28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BDA61-44B6-442A-8D3B-30E9B93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43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Change a suggested folder or leave a file for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07C4A-E0B7-4F3F-9C73-FAD4A407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42D6-1EA6-449C-A83A-FAEF2743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90725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13EDD-8A14-47A1-BE53-E0AFE33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75812-FC7C-4829-8F88-02C4AE2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43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Save selected files on your computer with a record of the batch.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6b28c734d47b6"/>
          <a:srcRect xmlns:a="http://schemas.openxmlformats.org/drawingml/2006/main" l="0" t="38025" r="0" b="380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4305300"/>
            <a:ext cx="5810250" cy="1581150"/>
          </a:xfrm>
          <a:prstGeom xmlns:a="http://schemas.openxmlformats.org/drawingml/2006/main" prst="roundRect">
            <a:avLst>
              <a:gd name="adj" fmla="val 602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836D3-6517-4587-B346-7A6BB699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App screens with sample messages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39386-7B82-4F19-BE3C-B1D7C206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Check each suggestion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801572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6C40D-9402-40BC-8F45-21FA7F5C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36C75-7F91-4803-A6C4-0CEBEDB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WHAT'S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CDDFA-DDEF-41F1-B73B-F490125C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72F8-7AA2-43C4-A7E9-F673F450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0B408-7996-4C2E-855C-83006E1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05C82-A9AE-4525-83EE-CEB8AEA1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The next version of</a:t>
            </a:r>
          </a:p>
          <a:p xmlns:a="http://schemas.openxmlformats.org/drawingml/2006/main">
            <a:pPr>
              <a:buNone/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File Finder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4AD25-1F9E-4562-9A13-6D57C82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37AD9-DADC-414E-AE41-9EDAF2C5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CURRENT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B0B4B-B784-49EE-A870-15B91EB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Windows app with Gmail search, folder review and local saving.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0A6B-3991-4BE8-8DF3-5927F50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47E9F-185C-48BF-B52A-47B477AA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REVIEW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23766-199C-4881-81F2-0FA594DE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The app suggests a folder. You decide whether to keep or change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23452-7446-4AA4-A8D1-B6E1428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95A04-0266-4E58-BFA4-FBEF8F0C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21817-4498-4186-A731-A77FC8F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Test more document types and unusual cases with people who manage many attachments.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4A75D-51A6-488E-BCFA-2D617551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0304B-37BF-4490-8425-AF37D9F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A small user trial will show where this workflow helps and where it needs work.</a:t>
            </a:r>
          </a:p>
        </p:txBody>
      </p:sp>
    </p:spTree>
    <p:extLst>
      <p:ext uri="{BB962C8B-B14F-4D97-AF65-F5344CB8AC3E}">
        <p14:creationId xmlns:p14="http://schemas.microsoft.com/office/powerpoint/2010/main" val="1347352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2026-09-29T11:53:25.5230000Z</dcterms:created>
  <dcterms:modified xsi:type="dcterms:W3CDTF">2026-09-29T11:53:25.5230000Z</dcterms:modified>
</coreProperties>
</file>